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CAPSTONE FINALIZATION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ApexPlanet Data Analytics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Integration &amp; Portfolio Finalization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 Kumar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60-Day Data Analytics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48463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8608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ApexPlanet Data Analytics Internship provided practical exposure to the complete data analytics workflow, from data preparation to business storytelling and portfolio development.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806440" y="2057400"/>
            <a:ext cx="57424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1762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29400" y="20574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Data Wrangling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06440" y="2898648"/>
            <a:ext cx="57424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01752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3017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2898648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Exploratory Data Analysis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06440" y="3739896"/>
            <a:ext cx="57424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385876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3858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9400" y="3739896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Dashboard Development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806440" y="4581144"/>
            <a:ext cx="57424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470001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5989320" y="4700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29400" y="4581144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Data Storytelling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806440" y="5422392"/>
            <a:ext cx="57424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55412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5989320" y="5541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629400" y="5422392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Portfolio Finalization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Immersion &amp; Wrangling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raw data for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5603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6837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2004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15968" y="233172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44568" y="25603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268376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44568" y="32004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991856" y="233172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0456" y="25603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6837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0456" y="32004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388620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23824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315968" y="388620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44568" y="411480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012" y="423824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44568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new features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991856" y="3886200"/>
            <a:ext cx="3538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220456" y="411480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4238244"/>
            <a:ext cx="301752" cy="3017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0456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cleaned dataset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40080" y="580644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3" name="Text 24"/>
          <p:cNvSpPr/>
          <p:nvPr/>
        </p:nvSpPr>
        <p:spPr>
          <a:xfrm>
            <a:off x="914400" y="5806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2377440" y="58064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analysis-ready dataset suitable for further exploration.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patterns and trends within the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9123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3172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15968" y="233172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44568" y="27889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291236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76088" y="233172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991856" y="233172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0456" y="278892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9123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51976" y="233172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55828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397764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315968" y="397764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44568" y="443484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012" y="455828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76088" y="397764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7991856" y="3977640"/>
            <a:ext cx="3538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220456" y="4434840"/>
            <a:ext cx="548640" cy="54864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4558284"/>
            <a:ext cx="301752" cy="3017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51976" y="3977640"/>
            <a:ext cx="23500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business queries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40080" y="594360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3" name="Text 24"/>
          <p:cNvSpPr/>
          <p:nvPr/>
        </p:nvSpPr>
        <p:spPr>
          <a:xfrm>
            <a:off x="914400" y="5943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2377440" y="594360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business insights and trends.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 Analysis &amp; Dashboard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business KPIs and dashboards.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035454" cy="310896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2035454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1360627" y="2743200"/>
            <a:ext cx="594360" cy="59436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58" y="28769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611880"/>
            <a:ext cx="176113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858414" y="2331720"/>
            <a:ext cx="2035454" cy="310896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858414" y="2331720"/>
            <a:ext cx="2035454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3578962" y="2743200"/>
            <a:ext cx="594360" cy="59436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693" y="28769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95574" y="3611880"/>
            <a:ext cx="176113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76749" y="2331720"/>
            <a:ext cx="2035454" cy="310896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76749" y="2331720"/>
            <a:ext cx="2035454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5797296" y="2743200"/>
            <a:ext cx="594360" cy="59436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027" y="28769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3909" y="3611880"/>
            <a:ext cx="176113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295083" y="2331720"/>
            <a:ext cx="2035454" cy="310896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295083" y="2331720"/>
            <a:ext cx="2035454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8015630" y="2743200"/>
            <a:ext cx="594360" cy="59436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361" y="287693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32243" y="3611880"/>
            <a:ext cx="176113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513418" y="2331720"/>
            <a:ext cx="2035454" cy="310896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13418" y="2331720"/>
            <a:ext cx="2035454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233965" y="2743200"/>
            <a:ext cx="594360" cy="59436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7696" y="287693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50578" y="3611880"/>
            <a:ext cx="176113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40080" y="580644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4" name="Text 26"/>
          <p:cNvSpPr/>
          <p:nvPr/>
        </p:nvSpPr>
        <p:spPr>
          <a:xfrm>
            <a:off x="914400" y="5806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377440" y="58064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supporting business decisions.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 &amp; Statistical Validation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insights into business recommendations.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6675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487168"/>
            <a:ext cx="420624" cy="420624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40" y="25818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48716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14400" y="3054096"/>
            <a:ext cx="420624" cy="420624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40" y="3148736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054096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14400" y="3621024"/>
            <a:ext cx="420624" cy="420624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40" y="3715664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3621024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visualization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14400" y="4187952"/>
            <a:ext cx="420624" cy="420624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40" y="4282592"/>
            <a:ext cx="231343" cy="231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4187952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914400" y="4754880"/>
            <a:ext cx="420624" cy="420624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40" y="4849520"/>
            <a:ext cx="231343" cy="23134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08760" y="475488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7498080" y="2286000"/>
            <a:ext cx="4050792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25" name="Shape 17"/>
          <p:cNvSpPr/>
          <p:nvPr/>
        </p:nvSpPr>
        <p:spPr>
          <a:xfrm>
            <a:off x="7772400" y="2560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6131" y="2694051"/>
            <a:ext cx="326898" cy="32689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98080" y="329184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7635240" y="3611880"/>
            <a:ext cx="3776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Two-Sample T-Test</a:t>
            </a:r>
            <a:endParaRPr lang="en-US" sz="1900" dirty="0"/>
          </a:p>
        </p:txBody>
      </p:sp>
      <p:sp>
        <p:nvSpPr>
          <p:cNvPr id="29" name="Text 20"/>
          <p:cNvSpPr/>
          <p:nvPr/>
        </p:nvSpPr>
        <p:spPr>
          <a:xfrm>
            <a:off x="7772400" y="4617720"/>
            <a:ext cx="3502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statistically validate differences in analytical findings between groups.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40080" y="580644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1" name="Text 22"/>
          <p:cNvSpPr/>
          <p:nvPr/>
        </p:nvSpPr>
        <p:spPr>
          <a:xfrm>
            <a:off x="914400" y="5806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2377440" y="58064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analytical findings using statistical testing.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3538728" cy="48463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538728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3538728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538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4345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331720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2990088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09295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9008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15968" y="1417320"/>
            <a:ext cx="3538728" cy="48463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4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15968" y="1417320"/>
            <a:ext cx="3538728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</p:spPr>
      </p:sp>
      <p:sp>
        <p:nvSpPr>
          <p:cNvPr id="16" name="Shape 12"/>
          <p:cNvSpPr/>
          <p:nvPr/>
        </p:nvSpPr>
        <p:spPr>
          <a:xfrm>
            <a:off x="4315968" y="1783080"/>
            <a:ext cx="3538728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3"/>
          <p:cNvSpPr/>
          <p:nvPr/>
        </p:nvSpPr>
        <p:spPr>
          <a:xfrm>
            <a:off x="4315968" y="1417320"/>
            <a:ext cx="3538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590288" y="2331720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58" y="243459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84648" y="2331720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90288" y="2990088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158" y="309295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84648" y="299008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90288" y="3648456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158" y="3751326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84648" y="3648456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590288" y="4306824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158" y="4409694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84648" y="4306824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991856" y="1417320"/>
            <a:ext cx="3538728" cy="48463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4">
                <a:alpha val="3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991856" y="1417320"/>
            <a:ext cx="3538728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</p:spPr>
      </p:sp>
      <p:sp>
        <p:nvSpPr>
          <p:cNvPr id="32" name="Shape 24"/>
          <p:cNvSpPr/>
          <p:nvPr/>
        </p:nvSpPr>
        <p:spPr>
          <a:xfrm>
            <a:off x="7991856" y="1783080"/>
            <a:ext cx="3538728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25"/>
          <p:cNvSpPr/>
          <p:nvPr/>
        </p:nvSpPr>
        <p:spPr>
          <a:xfrm>
            <a:off x="7991856" y="1417320"/>
            <a:ext cx="3538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700" dirty="0"/>
          </a:p>
        </p:txBody>
      </p:sp>
      <p:sp>
        <p:nvSpPr>
          <p:cNvPr id="34" name="Shape 26"/>
          <p:cNvSpPr/>
          <p:nvPr/>
        </p:nvSpPr>
        <p:spPr>
          <a:xfrm>
            <a:off x="8266176" y="2331720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046" y="243459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60536" y="2331720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8266176" y="2990088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046" y="3092958"/>
            <a:ext cx="251460" cy="2514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860536" y="299008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8266176" y="3648456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046" y="3751326"/>
            <a:ext cx="251460" cy="2514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860536" y="3648456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43" name="Shape 32"/>
          <p:cNvSpPr/>
          <p:nvPr/>
        </p:nvSpPr>
        <p:spPr>
          <a:xfrm>
            <a:off x="8266176" y="4306824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9046" y="4409694"/>
            <a:ext cx="251460" cy="2514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860536" y="4306824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6" name="Shape 34"/>
          <p:cNvSpPr/>
          <p:nvPr/>
        </p:nvSpPr>
        <p:spPr>
          <a:xfrm>
            <a:off x="8266176" y="4965192"/>
            <a:ext cx="457200" cy="45720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9046" y="5068062"/>
            <a:ext cx="251460" cy="25146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860536" y="4965192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400" dirty="0"/>
          </a:p>
        </p:txBody>
      </p:sp>
      <p:sp>
        <p:nvSpPr>
          <p:cNvPr id="49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50" name="Text 3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97380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002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5968" y="1600200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10" name="Shape 7"/>
          <p:cNvSpPr/>
          <p:nvPr/>
        </p:nvSpPr>
        <p:spPr>
          <a:xfrm>
            <a:off x="4498848" y="1897380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718" y="20002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208" y="1600200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91856" y="1600200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14" name="Shape 10"/>
          <p:cNvSpPr/>
          <p:nvPr/>
        </p:nvSpPr>
        <p:spPr>
          <a:xfrm>
            <a:off x="8174736" y="1897380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06" y="20002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69096" y="1600200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2816352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18" name="Shape 13"/>
          <p:cNvSpPr/>
          <p:nvPr/>
        </p:nvSpPr>
        <p:spPr>
          <a:xfrm>
            <a:off x="822960" y="3113532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216402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2816352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15968" y="2816352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22" name="Shape 16"/>
          <p:cNvSpPr/>
          <p:nvPr/>
        </p:nvSpPr>
        <p:spPr>
          <a:xfrm>
            <a:off x="4498848" y="3113532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718" y="3216402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93208" y="2816352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991856" y="2816352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26" name="Shape 19"/>
          <p:cNvSpPr/>
          <p:nvPr/>
        </p:nvSpPr>
        <p:spPr>
          <a:xfrm>
            <a:off x="8174736" y="3113532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606" y="3216402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69096" y="2816352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40080" y="4032504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30" name="Shape 22"/>
          <p:cNvSpPr/>
          <p:nvPr/>
        </p:nvSpPr>
        <p:spPr>
          <a:xfrm>
            <a:off x="822960" y="4329684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432554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17320" y="4032504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315968" y="4032504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34" name="Shape 25"/>
          <p:cNvSpPr/>
          <p:nvPr/>
        </p:nvSpPr>
        <p:spPr>
          <a:xfrm>
            <a:off x="4498848" y="4329684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1718" y="4432554"/>
            <a:ext cx="251460" cy="2514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93208" y="4032504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7991856" y="4032504"/>
            <a:ext cx="3538728" cy="1051560"/>
          </a:xfrm>
          <a:prstGeom prst="roundRect">
            <a:avLst>
              <a:gd name="adj" fmla="val 8696"/>
            </a:avLst>
          </a:prstGeom>
          <a:solidFill>
            <a:srgbClr val="2B3570"/>
          </a:solidFill>
          <a:ln/>
        </p:spPr>
      </p:sp>
      <p:sp>
        <p:nvSpPr>
          <p:cNvPr id="38" name="Shape 28"/>
          <p:cNvSpPr/>
          <p:nvPr/>
        </p:nvSpPr>
        <p:spPr>
          <a:xfrm>
            <a:off x="8174736" y="4329684"/>
            <a:ext cx="457200" cy="45720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7606" y="4432554"/>
            <a:ext cx="251460" cy="2514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769096" y="4032504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using Git &amp; GitHub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&amp;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CFE8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18356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Portfolio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278892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7FAFB"/>
          </a:solidFill>
          <a:ln w="12700">
            <a:solidFill>
              <a:srgbClr val="D7E1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7889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SaravanaKumar-DataAnalyst-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Internship-Portfolio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PROJECTS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60120" y="392277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840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Data Wrangling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4251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1696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EDA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45811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4988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Dashboard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60120" y="491032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4828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Storytelling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2395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8720" y="51572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Portfolio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80760" y="1417320"/>
            <a:ext cx="5468112" cy="4846320"/>
          </a:xfrm>
          <a:prstGeom prst="roundRect">
            <a:avLst>
              <a:gd name="adj" fmla="val 2264"/>
            </a:avLst>
          </a:prstGeom>
          <a:solidFill>
            <a:srgbClr val="21295C"/>
          </a:solidFill>
          <a:ln/>
        </p:spPr>
      </p:sp>
      <p:sp>
        <p:nvSpPr>
          <p:cNvPr id="23" name="Shape 20"/>
          <p:cNvSpPr/>
          <p:nvPr/>
        </p:nvSpPr>
        <p:spPr>
          <a:xfrm>
            <a:off x="635508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98" y="1835658"/>
            <a:ext cx="352044" cy="3520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32320" y="16916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GitHub Links Here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355080" y="2606040"/>
            <a:ext cx="4919472" cy="502920"/>
          </a:xfrm>
          <a:prstGeom prst="roundRect">
            <a:avLst>
              <a:gd name="adj" fmla="val 12727"/>
            </a:avLst>
          </a:prstGeom>
          <a:solidFill>
            <a:srgbClr val="2B3570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Repository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0698480" y="2606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355080" y="3227832"/>
            <a:ext cx="4919472" cy="502920"/>
          </a:xfrm>
          <a:prstGeom prst="roundRect">
            <a:avLst>
              <a:gd name="adj" fmla="val 12727"/>
            </a:avLst>
          </a:prstGeom>
          <a:solidFill>
            <a:srgbClr val="2B3570"/>
          </a:solidFill>
          <a:ln/>
        </p:spPr>
      </p:sp>
      <p:sp>
        <p:nvSpPr>
          <p:cNvPr id="30" name="Text 26"/>
          <p:cNvSpPr/>
          <p:nvPr/>
        </p:nvSpPr>
        <p:spPr>
          <a:xfrm>
            <a:off x="6583680" y="3227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Repository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0698480" y="3227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355080" y="3849624"/>
            <a:ext cx="4919472" cy="502920"/>
          </a:xfrm>
          <a:prstGeom prst="roundRect">
            <a:avLst>
              <a:gd name="adj" fmla="val 12727"/>
            </a:avLst>
          </a:prstGeom>
          <a:solidFill>
            <a:srgbClr val="2B3570"/>
          </a:solidFill>
          <a:ln/>
        </p:spPr>
      </p:sp>
      <p:sp>
        <p:nvSpPr>
          <p:cNvPr id="33" name="Text 29"/>
          <p:cNvSpPr/>
          <p:nvPr/>
        </p:nvSpPr>
        <p:spPr>
          <a:xfrm>
            <a:off x="6583680" y="38496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Repository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10698480" y="38496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355080" y="4471416"/>
            <a:ext cx="4919472" cy="502920"/>
          </a:xfrm>
          <a:prstGeom prst="roundRect">
            <a:avLst>
              <a:gd name="adj" fmla="val 12727"/>
            </a:avLst>
          </a:prstGeom>
          <a:solidFill>
            <a:srgbClr val="2B3570"/>
          </a:solidFill>
          <a:ln/>
        </p:spPr>
      </p:sp>
      <p:sp>
        <p:nvSpPr>
          <p:cNvPr id="36" name="Text 32"/>
          <p:cNvSpPr/>
          <p:nvPr/>
        </p:nvSpPr>
        <p:spPr>
          <a:xfrm>
            <a:off x="6583680" y="44714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Repository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10698480" y="44714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355080" y="5093208"/>
            <a:ext cx="4919472" cy="50292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/>
        </p:spPr>
      </p:sp>
      <p:sp>
        <p:nvSpPr>
          <p:cNvPr id="39" name="Text 35"/>
          <p:cNvSpPr/>
          <p:nvPr/>
        </p:nvSpPr>
        <p:spPr>
          <a:xfrm>
            <a:off x="6583680" y="50932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Portfolio Repository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10698480" y="50932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57225"/>
            <a:ext cx="377190" cy="377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Summary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ApexPlanet Data Analytics Internship by applying the complete analytics workflow: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22174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997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0116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15968" y="20116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12" name="Shape 8"/>
          <p:cNvSpPr/>
          <p:nvPr/>
        </p:nvSpPr>
        <p:spPr>
          <a:xfrm>
            <a:off x="4480560" y="22174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229971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74336" y="20116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91856" y="20116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16" name="Shape 11"/>
          <p:cNvSpPr/>
          <p:nvPr/>
        </p:nvSpPr>
        <p:spPr>
          <a:xfrm>
            <a:off x="8156448" y="22174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29971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50224" y="20116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29260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20" name="Shape 14"/>
          <p:cNvSpPr/>
          <p:nvPr/>
        </p:nvSpPr>
        <p:spPr>
          <a:xfrm>
            <a:off x="804672" y="31318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21411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29260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315968" y="29260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24" name="Shape 17"/>
          <p:cNvSpPr/>
          <p:nvPr/>
        </p:nvSpPr>
        <p:spPr>
          <a:xfrm>
            <a:off x="4480560" y="31318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3214116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74336" y="29260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991856" y="292608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2B3570"/>
          </a:solidFill>
          <a:ln/>
        </p:spPr>
      </p:sp>
      <p:sp>
        <p:nvSpPr>
          <p:cNvPr id="28" name="Shape 20"/>
          <p:cNvSpPr/>
          <p:nvPr/>
        </p:nvSpPr>
        <p:spPr>
          <a:xfrm>
            <a:off x="8156448" y="313182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3214116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650224" y="2926080"/>
            <a:ext cx="2715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Development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40080" y="38404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32" name="Shape 23"/>
          <p:cNvSpPr/>
          <p:nvPr/>
        </p:nvSpPr>
        <p:spPr>
          <a:xfrm>
            <a:off x="868680" y="4023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985" y="4177665"/>
            <a:ext cx="377190" cy="37719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7373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GOAL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1737360" y="42519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developing expertise in Data Analytics, Business Intelligence, and Software Development.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0" y="52120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7" name="Text 27"/>
          <p:cNvSpPr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38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2026-07-24T15:54:15Z</dcterms:created>
  <dcterms:modified xsi:type="dcterms:W3CDTF">2026-07-24T15:54:15Z</dcterms:modified>
</cp:coreProperties>
</file>